
<file path=[Content_Types].xml><?xml version="1.0" encoding="utf-8"?>
<Types xmlns="http://schemas.openxmlformats.org/package/2006/content-types">
  <Default Extension="bin" ContentType="image/unknown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817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6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1097280" cy="10972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25: Applied Machine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enfermedades</a:t>
            </a:r>
            <a:endParaRPr lang="en-US" sz="4000" dirty="0"/>
          </a:p>
          <a:p>
            <a:pPr marL="0" indent="0" algn="ctr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hojas de manzano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basado en deep learning y visión por computador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393192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Fidalgo Millán • 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y nuestra solución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1" y="100584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El problema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enfermedades foliares causan pérdidas del 20-40% en cultivos de manzano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39" y="2194560"/>
            <a:ext cx="3819579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Detección temprana es crucial para </a:t>
            </a:r>
            <a:r>
              <a:rPr lang="en-US" sz="11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tratamiento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efectivo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•  Diagnóstico manual requiere expertos y es lento
•  Agricultores necesitan herramientas accesibles
•  Síntomas similares dificultan identificación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Nuestra solución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IA que clasifica enfermedades en tiempo real mediante fotografías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19456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Modelo EfficientNetB0 con transfer learning
•  Precisión del 83.8% en clasificación
•  Aplicación web accesible desde cualquier dispositivo
•  Segmentación visual de áreas afectadas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Plant Pathology 2020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totales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clases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37160" cy="137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2697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28.3%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3716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08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3108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37160" cy="1371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Sarna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520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3716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9319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06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Clase minoritaria requiere balanceo</a:t>
            </a:r>
            <a:endParaRPr lang="en-US" sz="900" dirty="0"/>
          </a:p>
        </p:txBody>
      </p:sp>
      <p:pic>
        <p:nvPicPr>
          <p:cNvPr id="23" name="Image 0" descr="/home/claude/presentation_images/Ejmplos_cla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005840"/>
            <a:ext cx="5669280" cy="3566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modelo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224×224×3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51760" y="10515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EfficientNetB0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4M params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Dense+Dropout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neuronas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40880" y="10515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CE7F3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clases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preentrenado en ImageNet, adaptado a nuestro dominio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0116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2900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Descongelamos capas del modelo base para mejor adaptación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0116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Rotaciones, volteos, zoom y cambios de brillo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de entrenamiento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 size: 32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06040" y="3657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Learning rate: 0.0001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Épocas: 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0604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Optimizer: Adam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stopping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0604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Loss: Categorical 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2004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291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parámetros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3657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4.3M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50292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329K entrenables en fase inicial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del modelo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83.8%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0058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097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37744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por clase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89.3%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356616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926080"/>
            <a:ext cx="3184581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54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154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89.6%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356616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383280"/>
            <a:ext cx="3195279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Sarna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3611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78.2%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840480"/>
            <a:ext cx="356616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840480"/>
            <a:ext cx="2788737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4069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297680"/>
            <a:ext cx="356616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4297680"/>
            <a:ext cx="1783080" cy="10972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8" name="Image 0" descr="/home/claude/presentation_images/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05840"/>
            <a:ext cx="43891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web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Captura con cámara en tiempo real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928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Subida de imágenes desde galería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27685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Análisis instantáneo con TensorFlow.js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6609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Segmentación visual con OpenCV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044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Probabilidades de cada clase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  Recomendaciones de tratamiento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813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Funciona offline (PWA)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60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plant-disease-detector-web-app.vercel.app</a:t>
            </a:r>
            <a:endParaRPr lang="en-US" sz="800" dirty="0"/>
          </a:p>
        </p:txBody>
      </p:sp>
      <p:pic>
        <p:nvPicPr>
          <p:cNvPr id="15" name="Image 0" descr="/home/claude/presentation_images/app_segm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005840"/>
            <a:ext cx="50292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6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Modelo con 83.8% de precisión y AUC de 0.96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Transfer learning con EfficientNetB0 efectivo para datasets pequeños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Aplicación web funcional desplegada en producción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46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Segmentación visual mejora interpretabilidad de resultados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futuro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Aumentar datos de clase minoritaria  •  Expandir a otras plantas  •  Mejorar segmentación con U-Net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368</Words>
  <Application>Microsoft Office PowerPoint</Application>
  <PresentationFormat>Presentación en pantalla (16:9)</PresentationFormat>
  <Paragraphs>91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enfermedades en hojas de manzano</dc:title>
  <dc:subject>PptxGenJS Presentation</dc:subject>
  <dc:creator>Daniel Rabindranath Andújar</dc:creator>
  <cp:lastModifiedBy>Daniel Fidalgo  Millán</cp:lastModifiedBy>
  <cp:revision>2</cp:revision>
  <dcterms:created xsi:type="dcterms:W3CDTF">2026-01-18T11:57:04Z</dcterms:created>
  <dcterms:modified xsi:type="dcterms:W3CDTF">2026-01-18T12:34:07Z</dcterms:modified>
</cp:coreProperties>
</file>